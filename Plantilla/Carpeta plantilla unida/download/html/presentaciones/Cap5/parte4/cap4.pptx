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816" r:id="rId1"/>
  </p:sldMasterIdLst>
  <p:notesMasterIdLst>
    <p:notesMasterId r:id="rId10"/>
  </p:notesMasterIdLst>
  <p:handoutMasterIdLst>
    <p:handoutMasterId r:id="rId11"/>
  </p:handoutMasterIdLst>
  <p:sldIdLst>
    <p:sldId id="311" r:id="rId2"/>
    <p:sldId id="463" r:id="rId3"/>
    <p:sldId id="464" r:id="rId4"/>
    <p:sldId id="465" r:id="rId5"/>
    <p:sldId id="466" r:id="rId6"/>
    <p:sldId id="467" r:id="rId7"/>
    <p:sldId id="393" r:id="rId8"/>
    <p:sldId id="275" r:id="rId9"/>
  </p:sldIdLst>
  <p:sldSz cx="9144000" cy="6858000" type="screen4x3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9747" autoAdjust="0"/>
  </p:normalViewPr>
  <p:slideViewPr>
    <p:cSldViewPr>
      <p:cViewPr varScale="1">
        <p:scale>
          <a:sx n="77" d="100"/>
          <a:sy n="77" d="100"/>
        </p:scale>
        <p:origin x="16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ABEF8-F28B-4F1C-8604-95AA82841CB5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161FD-F57C-4EC7-B46A-8ED034AFAD3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454050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7D006-09F4-429A-BE8C-DBAF982511F0}" type="datetimeFigureOut">
              <a:rPr lang="es-EC" smtClean="0"/>
              <a:t>30/12/2025</a:t>
            </a:fld>
            <a:endParaRPr lang="es-EC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D2930-2CA9-432A-8292-C602BD3CCB9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87641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D2930-2CA9-432A-8292-C602BD3CCB94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9120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E607-19DA-460D-873F-2665A632EB4B}" type="datetime1">
              <a:rPr lang="es-EC" smtClean="0"/>
              <a:t>30/12/2025</a:t>
            </a:fld>
            <a:endParaRPr lang="es-EC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C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038A-D817-4671-8CB8-0981B299E92B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ADFD-670B-42AB-AA2D-8905C1A1B3E7}" type="datetime1">
              <a:rPr lang="es-EC" smtClean="0"/>
              <a:t>30/12/2025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1E5A2-5B64-4460-A741-AB3873F3AED1}" type="datetime1">
              <a:rPr lang="es-EC" smtClean="0"/>
              <a:t>30/12/2025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0B2-0BA1-4127-9E25-74D449B7ADFD}" type="datetime1">
              <a:rPr lang="es-EC" smtClean="0"/>
              <a:t>30/12/2025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0FE62-E592-4B65-AFBD-C1CCC30A5FE7}" type="datetime1">
              <a:rPr lang="es-EC" smtClean="0"/>
              <a:t>30/12/2025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ACB-451F-4A5F-BEC9-AE2F848845F3}" type="datetime1">
              <a:rPr lang="es-EC" smtClean="0"/>
              <a:t>30/12/2025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22F84-0CF5-40B2-88A0-C1094D415436}" type="datetime1">
              <a:rPr lang="es-EC" smtClean="0"/>
              <a:t>30/12/2025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23C0-6495-45E5-AD9B-690C29EB2D28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8EE3C-3A2D-421B-8BCE-DCA3638F2800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14FB16F-AFAA-44A5-84B2-773ABBFEBDB3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4B28EB2-3408-4757-A806-361BA67028B7}" type="slidenum">
              <a:rPr lang="es-EC" smtClean="0"/>
              <a:t>‹Nº›</a:t>
            </a:fld>
            <a:endParaRPr lang="es-EC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5496" y="1844824"/>
            <a:ext cx="3562424" cy="12961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s-EC" sz="2400" b="1" dirty="0">
                <a:effectLst/>
                <a:latin typeface="Arial" pitchFamily="34" charset="0"/>
                <a:cs typeface="Arial" pitchFamily="34" charset="0"/>
              </a:rPr>
              <a:t>CAPÍTULO 5: FUNCIONES, REFERENCIAS Y PUNTEROS</a:t>
            </a:r>
            <a:endParaRPr lang="es-ES" sz="2400" b="1" dirty="0"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39552" y="4725144"/>
            <a:ext cx="8280400" cy="18142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s-ES" dirty="0"/>
              <a:t>César Villacís, Margarita Zambrano, Sofía Bayona, Luis Pastor, David Alvarado, Luis García, Kevin Topón  </a:t>
            </a:r>
            <a:endParaRPr lang="en-US" b="1" dirty="0">
              <a:solidFill>
                <a:schemeClr val="tx2"/>
              </a:solidFill>
            </a:endParaRPr>
          </a:p>
          <a:p>
            <a:pPr>
              <a:lnSpc>
                <a:spcPct val="80000"/>
              </a:lnSpc>
            </a:pPr>
            <a:endParaRPr lang="en-US" b="1" dirty="0">
              <a:solidFill>
                <a:schemeClr val="tx2"/>
              </a:solidFill>
            </a:endParaRPr>
          </a:p>
          <a:p>
            <a:r>
              <a:rPr lang="es-EC" sz="1800" dirty="0"/>
              <a:t>Universidad de las Fueras Armadas – ESPE</a:t>
            </a:r>
          </a:p>
          <a:p>
            <a:r>
              <a:rPr lang="es-ES" sz="1800" dirty="0"/>
              <a:t>Quito, Ecuador</a:t>
            </a:r>
          </a:p>
          <a:p>
            <a:endParaRPr lang="es-EC" sz="1800" dirty="0"/>
          </a:p>
          <a:p>
            <a:r>
              <a:rPr lang="es-ES" sz="1800" dirty="0">
                <a:solidFill>
                  <a:srgbClr val="0070C0"/>
                </a:solidFill>
              </a:rPr>
              <a:t>e-mail: {</a:t>
            </a:r>
            <a:r>
              <a:rPr lang="es-ES" sz="1800" dirty="0" err="1">
                <a:solidFill>
                  <a:srgbClr val="0070C0"/>
                </a:solidFill>
              </a:rPr>
              <a:t>cjvillacis</a:t>
            </a:r>
            <a:r>
              <a:rPr lang="es-ES" sz="1800" dirty="0">
                <a:solidFill>
                  <a:srgbClr val="0070C0"/>
                </a:solidFill>
              </a:rPr>
              <a:t>, </a:t>
            </a:r>
            <a:r>
              <a:rPr lang="es-ES" sz="1800" dirty="0" err="1">
                <a:solidFill>
                  <a:srgbClr val="0070C0"/>
                </a:solidFill>
              </a:rPr>
              <a:t>mezambrano</a:t>
            </a:r>
            <a:r>
              <a:rPr lang="es-ES" sz="1800" dirty="0">
                <a:solidFill>
                  <a:srgbClr val="0070C0"/>
                </a:solidFill>
              </a:rPr>
              <a:t>}@espe.edu.ec</a:t>
            </a:r>
            <a:endParaRPr lang="en-US" sz="18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</a:pPr>
            <a:endParaRPr lang="en-US" b="1" dirty="0">
              <a:solidFill>
                <a:schemeClr val="hlink"/>
              </a:solidFill>
            </a:endParaRPr>
          </a:p>
          <a:p>
            <a:pPr>
              <a:lnSpc>
                <a:spcPct val="80000"/>
              </a:lnSpc>
            </a:pPr>
            <a:endParaRPr lang="es-ES" b="1" dirty="0">
              <a:solidFill>
                <a:schemeClr val="hlink"/>
              </a:solidFill>
            </a:endParaRPr>
          </a:p>
          <a:p>
            <a:pPr>
              <a:lnSpc>
                <a:spcPct val="80000"/>
              </a:lnSpc>
            </a:pPr>
            <a:endParaRPr lang="es-ES" b="1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D442-A3C4-4850-B201-37432B5929C0}" type="datetime1">
              <a:rPr lang="es-EC" smtClean="0"/>
              <a:t>30/12/2025</a:t>
            </a:fld>
            <a:endParaRPr lang="es-EC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1</a:t>
            </a:fld>
            <a:endParaRPr lang="es-EC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52" y="281472"/>
            <a:ext cx="2967310" cy="92759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71F6278-F22F-1B52-5B3D-9A53240E0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20" y="1178049"/>
            <a:ext cx="3366640" cy="275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97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Contenido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12760"/>
            <a:ext cx="8229600" cy="4525963"/>
          </a:xfrm>
        </p:spPr>
        <p:txBody>
          <a:bodyPr>
            <a:normAutofit/>
          </a:bodyPr>
          <a:lstStyle/>
          <a:p>
            <a:r>
              <a:rPr lang="es-EC" sz="4000" b="1" dirty="0">
                <a:solidFill>
                  <a:srgbClr val="FF0000"/>
                </a:solidFill>
              </a:rPr>
              <a:t>Problemas Propuestos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4E129-A937-4BEE-8A17-D7969DFE55C2}" type="datetime1">
              <a:rPr lang="es-EC" smtClean="0"/>
              <a:t>30/12/2025</a:t>
            </a:fld>
            <a:endParaRPr lang="es-EC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72052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ECF6C-7F7E-40A0-A159-6B2DA326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E057FE-A5BE-4E31-A7E9-1BA22334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3</a:t>
            </a:fld>
            <a:endParaRPr lang="es-EC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A00CC2A-CC67-464D-BE06-74CA1538F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018" y="0"/>
            <a:ext cx="9202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74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ECF6C-7F7E-40A0-A159-6B2DA326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E057FE-A5BE-4E31-A7E9-1BA22334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4</a:t>
            </a:fld>
            <a:endParaRPr lang="es-EC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46B0D9-5F1A-42CE-85C9-D566D62E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6" y="0"/>
            <a:ext cx="91237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63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ECF6C-7F7E-40A0-A159-6B2DA326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E057FE-A5BE-4E31-A7E9-1BA22334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5</a:t>
            </a:fld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7D0C45-91CA-4E0A-ABCB-685C8070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255" y="0"/>
            <a:ext cx="9243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2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ECF6C-7F7E-40A0-A159-6B2DA326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B73B-B6A1-476A-B629-21320BBC12E2}" type="datetime1">
              <a:rPr lang="es-EC" smtClean="0"/>
              <a:t>30/12/2025</a:t>
            </a:fld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E057FE-A5BE-4E31-A7E9-1BA22334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6</a:t>
            </a:fld>
            <a:endParaRPr lang="es-EC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53775E-BEFF-4F99-B2F1-973872078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5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63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" y="-1"/>
            <a:ext cx="9105252" cy="954107"/>
          </a:xfrm>
        </p:spPr>
        <p:txBody>
          <a:bodyPr/>
          <a:lstStyle/>
          <a:p>
            <a:r>
              <a:rPr lang="es-ES" sz="4800" b="1" dirty="0"/>
              <a:t>Pensamiento</a:t>
            </a:r>
            <a:endParaRPr lang="en-US" sz="4800" b="1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106385" y="3004125"/>
            <a:ext cx="4755908" cy="2459009"/>
          </a:xfrm>
        </p:spPr>
        <p:txBody>
          <a:bodyPr>
            <a:normAutofit/>
          </a:bodyPr>
          <a:lstStyle/>
          <a:p>
            <a:r>
              <a:rPr lang="es-EC" b="1" dirty="0"/>
              <a:t>“</a:t>
            </a:r>
            <a:r>
              <a:rPr lang="es-ES" b="1" dirty="0"/>
              <a:t>Todo el mundo debería saber programar”</a:t>
            </a:r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3288D-7DAC-4DD2-9022-6C6BA4238517}" type="datetime1">
              <a:rPr lang="es-EC" smtClean="0"/>
              <a:t>30/12/2025</a:t>
            </a:fld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7</a:t>
            </a:fld>
            <a:endParaRPr lang="es-EC"/>
          </a:p>
        </p:txBody>
      </p:sp>
      <p:sp>
        <p:nvSpPr>
          <p:cNvPr id="8" name="7 CuadroTexto"/>
          <p:cNvSpPr txBox="1"/>
          <p:nvPr/>
        </p:nvSpPr>
        <p:spPr>
          <a:xfrm>
            <a:off x="106385" y="1587689"/>
            <a:ext cx="924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800" dirty="0">
                <a:solidFill>
                  <a:schemeClr val="bg1">
                    <a:lumMod val="50000"/>
                  </a:schemeClr>
                </a:solidFill>
              </a:rPr>
              <a:t>Científico de la Computación</a:t>
            </a:r>
          </a:p>
        </p:txBody>
      </p:sp>
      <p:sp>
        <p:nvSpPr>
          <p:cNvPr id="9" name="12 CuadroTexto"/>
          <p:cNvSpPr txBox="1"/>
          <p:nvPr/>
        </p:nvSpPr>
        <p:spPr>
          <a:xfrm>
            <a:off x="4572000" y="5105587"/>
            <a:ext cx="426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Figura 32. </a:t>
            </a:r>
            <a:r>
              <a:rPr lang="es-EC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Universidad de las Fuerzas Armadas - ESPE</a:t>
            </a:r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. </a:t>
            </a:r>
          </a:p>
          <a:p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Fuente: https://economipedia.com/definiciones/steve-jobs.html</a:t>
            </a:r>
            <a:endParaRPr lang="es-EC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0B58358-E067-4062-8B4C-9A21F6554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878" y="2222286"/>
            <a:ext cx="4232938" cy="263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25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2060848"/>
            <a:ext cx="8229600" cy="836712"/>
          </a:xfrm>
        </p:spPr>
        <p:txBody>
          <a:bodyPr/>
          <a:lstStyle/>
          <a:p>
            <a:r>
              <a:rPr lang="en-US" b="1" dirty="0"/>
              <a:t>¿</a:t>
            </a:r>
            <a:r>
              <a:rPr lang="en-US" b="1" dirty="0" err="1"/>
              <a:t>Preguntas</a:t>
            </a:r>
            <a:r>
              <a:rPr lang="en-US" b="1" dirty="0"/>
              <a:t>?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2771800" y="3501008"/>
            <a:ext cx="5760640" cy="792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4000" dirty="0"/>
              <a:t>!Gracias!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0481-F057-463F-9522-14A55A4D5C62}" type="datetime1">
              <a:rPr lang="es-EC" smtClean="0"/>
              <a:t>30/12/2025</a:t>
            </a:fld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8EB2-3408-4757-A806-361BA67028B7}" type="slidenum">
              <a:rPr lang="es-EC" smtClean="0"/>
              <a:t>8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93471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jecutivo">
  <a:themeElements>
    <a:clrScheme name="Ejecutivo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jecutiv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jecutiv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7224</TotalTime>
  <Words>113</Words>
  <Application>Microsoft Office PowerPoint</Application>
  <PresentationFormat>Presentación en pantalla (4:3)</PresentationFormat>
  <Paragraphs>34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Courier New</vt:lpstr>
      <vt:lpstr>Palatino Linotype</vt:lpstr>
      <vt:lpstr>Ejecutivo</vt:lpstr>
      <vt:lpstr>Presentación de PowerPoint</vt:lpstr>
      <vt:lpstr>Contenido</vt:lpstr>
      <vt:lpstr>Presentación de PowerPoint</vt:lpstr>
      <vt:lpstr>Presentación de PowerPoint</vt:lpstr>
      <vt:lpstr>Presentación de PowerPoint</vt:lpstr>
      <vt:lpstr>Presentación de PowerPoint</vt:lpstr>
      <vt:lpstr>Pensamiento</vt:lpstr>
      <vt:lpstr>¿Preguntas?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KEVIN TOPÓN SALAZAR</cp:lastModifiedBy>
  <cp:revision>300</cp:revision>
  <cp:lastPrinted>2014-11-12T14:27:29Z</cp:lastPrinted>
  <dcterms:created xsi:type="dcterms:W3CDTF">2014-09-28T12:26:51Z</dcterms:created>
  <dcterms:modified xsi:type="dcterms:W3CDTF">2025-12-30T16:14:10Z</dcterms:modified>
</cp:coreProperties>
</file>