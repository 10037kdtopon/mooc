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311" r:id="rId3"/>
    <p:sldId id="257" r:id="rId4"/>
    <p:sldId id="394" r:id="rId5"/>
    <p:sldId id="395" r:id="rId6"/>
    <p:sldId id="396" r:id="rId7"/>
    <p:sldId id="397" r:id="rId8"/>
    <p:sldId id="393" r:id="rId9"/>
    <p:sldId id="275" r:id="rId10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9" autoAdjust="0"/>
    <p:restoredTop sz="94660"/>
  </p:normalViewPr>
  <p:slideViewPr>
    <p:cSldViewPr snapToGrid="0">
      <p:cViewPr varScale="1">
        <p:scale>
          <a:sx n="86" d="100"/>
          <a:sy n="86" d="100"/>
        </p:scale>
        <p:origin x="6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CED94-31AE-4F5B-8709-9EE6847871F2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BA548-DDEF-4F9F-BFB7-376C64D66F2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0974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D2930-2CA9-432A-8292-C602BD3CCB94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9120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C7BAC-9B27-4D41-86D4-17A64712F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696901-9D51-4ACB-9E52-138A64648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075C9-5BD9-48BE-81D8-A5DF89AB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ECE3FF-9B3C-41FF-83A3-DC301E16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98DD64-4C4C-4CF0-A1D8-548C6B21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4331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EE04A-1464-495C-AB23-285481F2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481BAA-B5E0-4A42-AF73-DB646109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73864D-1BB6-4970-9FB2-EB9CA1DB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6A309E-8B6C-45EC-B2E1-135D1A67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73BB0-43D6-4B2D-BD1C-5F0348B1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765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7563C-A255-4CD0-8382-6E01E1F4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AFCB1D-B223-406D-A214-6CD8AB31E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76DDE4-9972-40A9-A47B-3D4CBAD9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9A76B5-F295-4F9F-80F2-EC502809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B0CCA-DE77-47E7-A59A-1281E1CE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9232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126A1-7217-4B36-B0F6-288496E6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0F61E-D05E-4EBC-8B4B-561FDC242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A476B6-B707-426F-92C5-8F60BFE3E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A9A5C4-7E4F-4960-ADF2-B6951DA38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0DBC4A-7F24-4081-8A6F-9AE89870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5C1AA0-F3EF-4089-BFCB-19B079F2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583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B7D27-2A46-4305-8297-59313B85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D0EBF5-B590-4168-BED4-66F925641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D4FE9B-C326-4DC1-AB58-21F1EDC59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2F17B3-3B22-4F98-8253-500EC862C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688F30-BBAE-45ED-B913-16C24B962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A608A7-9040-40F4-B5EA-1D2D8CB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7A38726-DB7C-44CF-B16C-2888FBD9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0B4177-927B-4311-A099-B44A80BD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2383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0FC75-39D0-4202-A6B1-79DF445F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9B2927-2C29-42B9-B6B7-532F994F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67A9B8-F1F2-48F4-8337-7213ADA9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CAA39B-47A9-42F8-AF68-918C7624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7490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35E7371-5007-49B8-BC47-82F085CF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C35D8D-0DAD-4CED-92DE-176A44D4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9B3E97-5178-4E8E-B020-BEB305CE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911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7FC53-94F8-46E4-BE28-1CCD91A0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BA8FA-B313-4758-B5BD-CFF2B223A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CB238-ADE5-4692-B4CB-1954DD868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66E361-51AF-4218-B415-4DF9B992E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920A1D-C77C-46B8-A93E-1A94C322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B09875-3881-4056-A249-3703AD0D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643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669C0-7E62-4710-9299-9DAEA598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89536F-D1A6-46F1-AAF0-27332E602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2D8E19-F8EC-41F6-822A-E695A5664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9895B-A707-4856-84F8-F69C2A6A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480D8A-AF65-456F-A70D-211912A4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1C41D0-AA19-4C22-B342-F300AC92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4868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7A592-EC17-498E-B4F1-021D1F61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73E03F-3E04-4E93-9716-43891DFDD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CF76E-E651-44FB-9C3E-080B77E5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5F4A3C-030C-4F53-9297-A01107A1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7AF58D-F9FF-4406-84AD-DCDE23E7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110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8E5DA3-0A5E-4689-8CFF-0CED113D3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0C7386-FCE4-40EC-9309-6F13FC225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D68580-0F33-46AF-AA4D-41AD3A71C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4F2A89-7C20-4F42-B541-94E08BC4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A7B955-7AEE-4F7E-8B16-8780283F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67920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E607-19DA-460D-873F-2665A632EB4B}" type="datetime1">
              <a:rPr lang="es-EC" smtClean="0"/>
              <a:t>30/12/2025</a:t>
            </a:fld>
            <a:endParaRPr lang="es-EC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4579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036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038A-D817-4671-8CB8-0981B299E92B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57881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ADFD-670B-42AB-AA2D-8905C1A1B3E7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84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E5A2-5B64-4460-A741-AB3873F3AED1}" type="datetime1">
              <a:rPr lang="es-EC" smtClean="0"/>
              <a:t>30/12/2025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860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0B2-0BA1-4127-9E25-74D449B7ADFD}" type="datetime1">
              <a:rPr lang="es-EC" smtClean="0"/>
              <a:t>30/12/2025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22885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0FE62-E592-4B65-AFBD-C1CCC30A5FE7}" type="datetime1">
              <a:rPr lang="es-EC" smtClean="0"/>
              <a:t>30/12/2025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4429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ACB-451F-4A5F-BEC9-AE2F848845F3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9808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22F84-0CF5-40B2-88A0-C1094D415436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2348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23C0-6495-45E5-AD9B-690C29EB2D28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0955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8EE3C-3A2D-421B-8BCE-DCA3638F2800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3242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A5EB9-22C8-48CC-B673-E9C9F408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272E61-B9B7-40DF-800F-CC8677E06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85FAC1-C067-4AAB-8D19-E96E83F31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F178F-13A3-4925-8B54-73919CC619DE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B0AB3B-8269-400B-BFAF-4F88BCEB8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B75696-BDD5-4991-809C-CDE0AB212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A2F40-EC8C-41F3-BD8D-F3F005ABEE3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2762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14FB16F-AFAA-44A5-84B2-773ABBFEBDB3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482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371237" y="2031002"/>
            <a:ext cx="3562424" cy="12961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effectLst/>
                <a:latin typeface="Arial" pitchFamily="34" charset="0"/>
                <a:cs typeface="Arial" pitchFamily="34" charset="0"/>
              </a:rPr>
              <a:t>CAPÍTULO 4 ALGORITMOS Y ESTRUCTURAS DE CONTROL REPETITIVAS EN LENGUAJE C/C++</a:t>
            </a:r>
            <a:endParaRPr lang="es-ES" sz="2400" b="1" dirty="0"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065254" y="4149080"/>
            <a:ext cx="8280400" cy="22322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s-ES" dirty="0"/>
              <a:t>Margarita Zambrano, César Villacís, David Alvarado, Luis García, Kevin Topón, Margarita Villacís, Sofía Bayona, Luis Pastor  </a:t>
            </a:r>
            <a:endParaRPr lang="en-US" b="1" dirty="0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</a:pPr>
            <a:endParaRPr lang="en-US" b="1" dirty="0">
              <a:solidFill>
                <a:schemeClr val="tx2"/>
              </a:solidFill>
            </a:endParaRPr>
          </a:p>
          <a:p>
            <a:r>
              <a:rPr lang="es-EC" sz="1800" dirty="0"/>
              <a:t>Universidad de las Fueras Armadas – ESPE</a:t>
            </a:r>
          </a:p>
          <a:p>
            <a:r>
              <a:rPr lang="es-ES" sz="1800" dirty="0"/>
              <a:t>Quito, Ecuador</a:t>
            </a:r>
          </a:p>
          <a:p>
            <a:r>
              <a:rPr lang="es-ES" sz="1800" dirty="0"/>
              <a:t>Universidad Politécnica Salesiana – UPS</a:t>
            </a:r>
          </a:p>
          <a:p>
            <a:r>
              <a:rPr lang="es-ES" sz="1800" dirty="0"/>
              <a:t>Quito, Ecuador</a:t>
            </a:r>
          </a:p>
          <a:p>
            <a:r>
              <a:rPr lang="es-ES" sz="1800" dirty="0"/>
              <a:t>Universidad Rey Juan Carlos – URJC</a:t>
            </a:r>
          </a:p>
          <a:p>
            <a:r>
              <a:rPr lang="es-ES" sz="1800" dirty="0"/>
              <a:t>Madrid, España </a:t>
            </a:r>
          </a:p>
          <a:p>
            <a:endParaRPr lang="es-EC" sz="1800" dirty="0"/>
          </a:p>
          <a:p>
            <a:pPr>
              <a:lnSpc>
                <a:spcPct val="80000"/>
              </a:lnSpc>
            </a:pPr>
            <a:endParaRPr lang="en-US" b="1" dirty="0">
              <a:solidFill>
                <a:schemeClr val="hlink"/>
              </a:solidFill>
            </a:endParaRPr>
          </a:p>
          <a:p>
            <a:pPr>
              <a:lnSpc>
                <a:spcPct val="80000"/>
              </a:lnSpc>
            </a:pPr>
            <a:endParaRPr lang="es-ES" b="1" dirty="0">
              <a:solidFill>
                <a:schemeClr val="hlink"/>
              </a:solidFill>
            </a:endParaRPr>
          </a:p>
          <a:p>
            <a:pPr>
              <a:lnSpc>
                <a:spcPct val="80000"/>
              </a:lnSpc>
            </a:pPr>
            <a:endParaRPr lang="es-ES" b="1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D442-A3C4-4850-B201-37432B5929C0}" type="datetime1">
              <a:rPr lang="es-EC" smtClean="0"/>
              <a:t>30/12/2025</a:t>
            </a:fld>
            <a:endParaRPr lang="es-EC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</a:t>
            </a:fld>
            <a:endParaRPr lang="es-EC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552" y="281472"/>
            <a:ext cx="2967310" cy="92759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71F6278-F22F-1B52-5B3D-9A53240E0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0" y="1178050"/>
            <a:ext cx="3366640" cy="275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9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Contenido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EC" sz="4000" b="1" dirty="0">
                <a:solidFill>
                  <a:srgbClr val="FF0000"/>
                </a:solidFill>
              </a:rPr>
              <a:t>Problemas Propuestos</a:t>
            </a:r>
            <a:endParaRPr lang="es-MX" sz="3600" b="1" dirty="0">
              <a:solidFill>
                <a:srgbClr val="FF0000"/>
              </a:solidFill>
            </a:endParaRP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C" dirty="0">
                <a:solidFill>
                  <a:prstClr val="black">
                    <a:lumMod val="65000"/>
                    <a:lumOff val="35000"/>
                  </a:prstClr>
                </a:solidFill>
              </a:rPr>
              <a:t>23/12/2025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es-EC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492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47473B-5C66-491E-8851-E47ADD80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D004F0-BBDB-43F7-9512-0E9F1189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3</a:t>
            </a:fld>
            <a:endParaRPr lang="es-EC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CBEFF1-C4D6-4B94-A7A0-AD224DF8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5"/>
            <a:ext cx="12140338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3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47473B-5C66-491E-8851-E47ADD80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D004F0-BBDB-43F7-9512-0E9F1189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4</a:t>
            </a:fld>
            <a:endParaRPr lang="es-EC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982BFE-0E58-4009-B785-3E9C872EF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4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47473B-5C66-491E-8851-E47ADD80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D004F0-BBDB-43F7-9512-0E9F1189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5</a:t>
            </a:fld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E2EB27-DC78-41A2-9072-B364537EA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6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47473B-5C66-491E-8851-E47ADD80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D004F0-BBDB-43F7-9512-0E9F1189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6</a:t>
            </a:fld>
            <a:endParaRPr lang="es-EC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BB5414-062E-4B0F-8FB0-75E139402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87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524001" y="-1"/>
            <a:ext cx="9105252" cy="954107"/>
          </a:xfrm>
        </p:spPr>
        <p:txBody>
          <a:bodyPr/>
          <a:lstStyle/>
          <a:p>
            <a:r>
              <a:rPr lang="es-ES" sz="4800" b="1" dirty="0"/>
              <a:t>Pensamiento</a:t>
            </a:r>
            <a:endParaRPr lang="en-US" sz="4800" b="1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1630385" y="3004126"/>
            <a:ext cx="4755908" cy="2459009"/>
          </a:xfrm>
        </p:spPr>
        <p:txBody>
          <a:bodyPr>
            <a:normAutofit/>
          </a:bodyPr>
          <a:lstStyle/>
          <a:p>
            <a:r>
              <a:rPr lang="es-EC" b="1" dirty="0"/>
              <a:t>“</a:t>
            </a:r>
            <a:r>
              <a:rPr lang="es-ES" b="1" dirty="0"/>
              <a:t>Todo el mundo debería saber programar”</a:t>
            </a:r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3288D-7DAC-4DD2-9022-6C6BA4238517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7</a:t>
            </a:fld>
            <a:endParaRPr lang="es-EC"/>
          </a:p>
        </p:txBody>
      </p:sp>
      <p:sp>
        <p:nvSpPr>
          <p:cNvPr id="8" name="7 CuadroTexto"/>
          <p:cNvSpPr txBox="1"/>
          <p:nvPr/>
        </p:nvSpPr>
        <p:spPr>
          <a:xfrm>
            <a:off x="1630385" y="1587689"/>
            <a:ext cx="924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800" dirty="0">
                <a:solidFill>
                  <a:schemeClr val="bg1">
                    <a:lumMod val="50000"/>
                  </a:schemeClr>
                </a:solidFill>
              </a:rPr>
              <a:t>Científico de la Computación</a:t>
            </a:r>
          </a:p>
        </p:txBody>
      </p:sp>
      <p:sp>
        <p:nvSpPr>
          <p:cNvPr id="9" name="12 CuadroTexto"/>
          <p:cNvSpPr txBox="1"/>
          <p:nvPr/>
        </p:nvSpPr>
        <p:spPr>
          <a:xfrm>
            <a:off x="6096000" y="5105588"/>
            <a:ext cx="426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Figura 32. </a:t>
            </a:r>
            <a:r>
              <a:rPr lang="es-EC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Universidad de las Fuerzas Armadas - ESPE</a:t>
            </a:r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. </a:t>
            </a:r>
          </a:p>
          <a:p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Fuente: https://economipedia.com/definiciones/steve-jobs.html</a:t>
            </a:r>
            <a:endParaRPr lang="es-EC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0B58358-E067-4062-8B4C-9A21F6554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878" y="2222286"/>
            <a:ext cx="4232938" cy="263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25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063552" y="2060848"/>
            <a:ext cx="8229600" cy="836712"/>
          </a:xfrm>
        </p:spPr>
        <p:txBody>
          <a:bodyPr/>
          <a:lstStyle/>
          <a:p>
            <a:r>
              <a:rPr lang="en-US" b="1" dirty="0"/>
              <a:t>¿Preguntas?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295800" y="3501008"/>
            <a:ext cx="5760640" cy="792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4000" dirty="0"/>
              <a:t>!Gracias!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0481-F057-463F-9522-14A55A4D5C62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9347128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jecutivo">
  <a:themeElements>
    <a:clrScheme name="Ejecutivo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jecutiv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jecutiv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7270</TotalTime>
  <Words>127</Words>
  <Application>Microsoft Office PowerPoint</Application>
  <PresentationFormat>Panorámica</PresentationFormat>
  <Paragraphs>37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Courier New</vt:lpstr>
      <vt:lpstr>Palatino Linotype</vt:lpstr>
      <vt:lpstr>Tema de Office</vt:lpstr>
      <vt:lpstr>Ejecutivo</vt:lpstr>
      <vt:lpstr>Presentación de PowerPoint</vt:lpstr>
      <vt:lpstr>Contenido</vt:lpstr>
      <vt:lpstr>Presentación de PowerPoint</vt:lpstr>
      <vt:lpstr>Presentación de PowerPoint</vt:lpstr>
      <vt:lpstr>Presentación de PowerPoint</vt:lpstr>
      <vt:lpstr>Presentación de PowerPoint</vt:lpstr>
      <vt:lpstr>Pensamiento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KEVIN TOPÓN SALAZAR</cp:lastModifiedBy>
  <cp:revision>14</cp:revision>
  <dcterms:created xsi:type="dcterms:W3CDTF">2025-10-07T22:49:11Z</dcterms:created>
  <dcterms:modified xsi:type="dcterms:W3CDTF">2025-12-30T17:11:18Z</dcterms:modified>
</cp:coreProperties>
</file>